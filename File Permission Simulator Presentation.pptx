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bf77de824_0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bf77de824_0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bf77de824_0_1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bf77de824_0_1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bf77de824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bf77de824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bf77de82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bf77de82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bf77de82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bf77de82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bf77de82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bf77de82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bf77de824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bf77de824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Permission Simulator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810000"/>
            <a:ext cx="34707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by Kayden McClung, Ethan Prescott, Christopher Farquer and Lee Carter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Simulate a </a:t>
            </a:r>
            <a:r>
              <a:rPr lang="en" sz="1800"/>
              <a:t>directory</a:t>
            </a:r>
            <a:r>
              <a:rPr lang="en" sz="1800"/>
              <a:t> tree with “/” as root directory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Create user and group functionality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Implement “ugo” (user, group, other) permission model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Simulate CLI commands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Enforce file permissions and directory permissions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Functionality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Simulate users and groups along with corresponding IDs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Create directories and files with set permissions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Switch between directories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Set access permissions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Change users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Display file and directory permissions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2007975"/>
            <a:ext cx="3403200" cy="24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Simple file permission structure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Easy to control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Easy to implement</a:t>
            </a:r>
            <a:endParaRPr sz="1800"/>
          </a:p>
        </p:txBody>
      </p:sp>
      <p:sp>
        <p:nvSpPr>
          <p:cNvPr id="159" name="Google Shape;159;p17"/>
          <p:cNvSpPr txBox="1"/>
          <p:nvPr>
            <p:ph idx="2" type="body"/>
          </p:nvPr>
        </p:nvSpPr>
        <p:spPr>
          <a:xfrm>
            <a:off x="4933225" y="2007950"/>
            <a:ext cx="3403200" cy="24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Not as fine grained as ACL models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Easier to breach than ACL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UGO can be very rigid</a:t>
            </a:r>
            <a:endParaRPr sz="1800"/>
          </a:p>
        </p:txBody>
      </p:sp>
      <p:sp>
        <p:nvSpPr>
          <p:cNvPr id="160" name="Google Shape;160;p17"/>
          <p:cNvSpPr txBox="1"/>
          <p:nvPr/>
        </p:nvSpPr>
        <p:spPr>
          <a:xfrm>
            <a:off x="2309250" y="1307850"/>
            <a:ext cx="13797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Good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944975" y="1410850"/>
            <a:ext cx="13797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Bad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File permissions and access control are important</a:t>
            </a:r>
            <a:endParaRPr sz="1800"/>
          </a:p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Permissions affect both files and directories</a:t>
            </a:r>
            <a:endParaRPr sz="1800"/>
          </a:p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UGO is easy to use but can be rigid</a:t>
            </a:r>
            <a:endParaRPr sz="1800"/>
          </a:p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Alternatives can be used to give more granular control</a:t>
            </a:r>
            <a:endParaRPr sz="1800"/>
          </a:p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Access control is important for data security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